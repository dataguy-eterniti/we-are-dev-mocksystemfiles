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github.com/DataGuy-Eterniti/invictus-earth2-keeper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40080"/>
            <a:ext cx="384048" cy="384048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0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24128" y="640080"/>
            <a:ext cx="384048" cy="384048"/>
          </a:xfrm>
          <a:prstGeom prst="ellipse">
            <a:avLst/>
          </a:prstGeom>
          <a:solidFill>
            <a:srgbClr val="5B9BF0"/>
          </a:solidFill>
          <a:ln w="12700">
            <a:solidFill>
              <a:srgbClr val="5B9B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640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99616" y="640080"/>
            <a:ext cx="384048" cy="384048"/>
          </a:xfrm>
          <a:prstGeom prst="ellipse">
            <a:avLst/>
          </a:prstGeom>
          <a:solidFill>
            <a:srgbClr val="3FB27F"/>
          </a:solidFill>
          <a:ln w="12700">
            <a:solidFill>
              <a:srgbClr val="3FB2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9616" y="640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Invictus Earth2 Keepers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548640" y="228600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dark factory where nothing ships until three different seats turn their key.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open models only: </a:t>
            </a:r>
            <a:pPr indent="0" marL="0">
              <a:buNone/>
            </a:pPr>
            <a:r>
              <a:rPr lang="en-US" sz="14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 seats on GLM-5.2 via Featherless, coordinated in BAND.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886200"/>
            <a:ext cx="8046720" cy="0"/>
          </a:xfrm>
          <a:prstGeom prst="line">
            <a:avLst/>
          </a:prstGeom>
          <a:noFill/>
          <a:ln w="12700">
            <a:solidFill>
              <a:srgbClr val="2C33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023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WeAreDevelopers x BAND · AI Dark Factory · Track: tablekeeper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52160" y="3995928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Invictus Earth2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 agent cannot be trusted to check its own work.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1B2027"/>
          </a:solidFill>
          <a:ln w="9525">
            <a:solidFill>
              <a:srgbClr val="2C33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01952"/>
            <a:ext cx="384048" cy="384048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9019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 turns the spec into numbered requirements and owns every decision. Its mandate forbids writing product code.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91840" y="169164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1B2027"/>
          </a:solidFill>
          <a:ln w="9525">
            <a:solidFill>
              <a:srgbClr val="2C3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20440" y="1901952"/>
            <a:ext cx="384048" cy="384048"/>
          </a:xfrm>
          <a:prstGeom prst="ellipse">
            <a:avLst/>
          </a:prstGeom>
          <a:solidFill>
            <a:srgbClr val="5B9BF0"/>
          </a:solidFill>
          <a:ln w="12700">
            <a:solidFill>
              <a:srgbClr val="5B9B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023360" y="19019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B9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520440" y="24688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implements one scoped work item, verifies it, commits it, and hands off the commit id.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169164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1B2027"/>
          </a:solidFill>
          <a:ln w="9525">
            <a:solidFill>
              <a:srgbClr val="2C333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901952"/>
            <a:ext cx="384048" cy="384048"/>
          </a:xfrm>
          <a:prstGeom prst="ellipse">
            <a:avLst/>
          </a:prstGeom>
          <a:solidFill>
            <a:srgbClr val="3FB27F"/>
          </a:solidFill>
          <a:ln w="12700">
            <a:solidFill>
              <a:srgbClr val="3FB27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901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66560" y="190195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FB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63640" y="246888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rebuilds from scratch and tests beyond the shipped checks. Its mandate forbids editing the code it judges.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" y="42062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stage is done only when all three keys have turned: a ledger, a commit, and an independent ACCEPT with evidence.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Invictus Earth2 Keepers · WeAreDevelopers x BAND Dark Factory · tablekeeper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STAGE RUNS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human message in. A verified service out.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B2027"/>
          </a:solidFill>
          <a:ln w="19050">
            <a:solidFill>
              <a:srgbClr val="9AA3A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385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23317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dispatch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stage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40280" y="182880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B2027"/>
          </a:solidFill>
          <a:ln w="19050">
            <a:solidFill>
              <a:srgbClr val="F5B8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40280" y="19385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240280" y="23317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ledger R1…Rn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 items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931920" y="182880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B2027"/>
          </a:solidFill>
          <a:ln w="19050">
            <a:solidFill>
              <a:srgbClr val="5B9B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9385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B9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931920" y="23317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code, commit,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checks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623560" y="182880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B2027"/>
          </a:solidFill>
          <a:ln w="19050">
            <a:solidFill>
              <a:srgbClr val="3FB27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23560" y="19385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FB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623560" y="23317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rebuild, probe,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1828800"/>
            <a:ext cx="1325880" cy="1417320"/>
          </a:xfrm>
          <a:prstGeom prst="roundRect">
            <a:avLst>
              <a:gd name="adj" fmla="val 5517"/>
            </a:avLst>
          </a:prstGeom>
          <a:solidFill>
            <a:srgbClr val="1B2027"/>
          </a:solidFill>
          <a:ln w="19050">
            <a:solidFill>
              <a:srgbClr val="F5B8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0" y="1938528"/>
            <a:ext cx="1325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7315200" y="233172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report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the room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874520" y="2532888"/>
            <a:ext cx="365760" cy="0"/>
          </a:xfrm>
          <a:prstGeom prst="line">
            <a:avLst/>
          </a:prstGeom>
          <a:noFill/>
          <a:ln w="19050">
            <a:solidFill>
              <a:srgbClr val="9AA3AD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566160" y="2532888"/>
            <a:ext cx="365760" cy="0"/>
          </a:xfrm>
          <a:prstGeom prst="line">
            <a:avLst/>
          </a:prstGeom>
          <a:noFill/>
          <a:ln w="19050">
            <a:solidFill>
              <a:srgbClr val="9AA3AD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257800" y="2532888"/>
            <a:ext cx="365760" cy="0"/>
          </a:xfrm>
          <a:prstGeom prst="line">
            <a:avLst/>
          </a:prstGeom>
          <a:noFill/>
          <a:ln w="19050">
            <a:solidFill>
              <a:srgbClr val="9AA3AD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949440" y="2532888"/>
            <a:ext cx="365760" cy="0"/>
          </a:xfrm>
          <a:prstGeom prst="line">
            <a:avLst/>
          </a:prstGeom>
          <a:noFill/>
          <a:ln w="19050">
            <a:solidFill>
              <a:srgbClr val="9AA3AD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599432" y="3246120"/>
            <a:ext cx="0" cy="411480"/>
          </a:xfrm>
          <a:prstGeom prst="line">
            <a:avLst/>
          </a:prstGeom>
          <a:noFill/>
          <a:ln w="19050">
            <a:solidFill>
              <a:srgbClr val="E5534B"/>
            </a:solidFill>
            <a:prstDash val="solid"/>
            <a:headEnd type="triangle"/>
          </a:ln>
        </p:spPr>
      </p:sp>
      <p:sp>
        <p:nvSpPr>
          <p:cNvPr id="24" name="Shape 22"/>
          <p:cNvSpPr/>
          <p:nvPr/>
        </p:nvSpPr>
        <p:spPr>
          <a:xfrm>
            <a:off x="4599432" y="3657600"/>
            <a:ext cx="1691640" cy="0"/>
          </a:xfrm>
          <a:prstGeom prst="line">
            <a:avLst/>
          </a:prstGeom>
          <a:noFill/>
          <a:ln w="19050">
            <a:solidFill>
              <a:srgbClr val="E5534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91072" y="3246120"/>
            <a:ext cx="0" cy="411480"/>
          </a:xfrm>
          <a:prstGeom prst="line">
            <a:avLst/>
          </a:prstGeom>
          <a:noFill/>
          <a:ln w="19050">
            <a:solidFill>
              <a:srgbClr val="E553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77440" y="3730752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55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REJECT: numbered failures with a reproduce command → fix → new commit → re-review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2245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handoff carries the full requirement text, because a seat only sees messages that @mention it.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4864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Invictus Earth2 Keepers · WeAreDevelopers x BAND Dark Factory · tablekeeper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SEATS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seats, each with one job and one thing it may never do.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80467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2468880"/>
                <a:gridCol w="2103120"/>
                <a:gridCol w="23774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Seat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1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1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Mandate forbids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1D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1114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Hands off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D1D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5B83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Planner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4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Requirements ledger, work items, decisions, final report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4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Writes product code; asks the human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4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Full requirement text + paths to Builder and Reviewer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5B9BF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Builder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4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Implementation, its own checks, commits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4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Claims a pass it did not run; rewrites history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1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4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Commit id, requirements covered, run/check commands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A1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3FB27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Reviewer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4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verdict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4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Edits or commits to the deliverable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F2F4F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ACCEPT with evidence, or numbered REJECT</a:t>
                      </a:r>
                      <a:endParaRPr lang="en-US" sz="11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C33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027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three run headless OpenCode, harness and model named at the top of each mandate.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4864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Invictus Earth2 Keepers · WeAreDevelopers x BAND Dark Factory · tablekeeper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CATCHING BAD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the shipped checks is not enough to get an ACCEPT.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73152" cy="384048"/>
          </a:xfrm>
          <a:prstGeom prst="rect">
            <a:avLst/>
          </a:prstGeom>
          <a:solidFill>
            <a:srgbClr val="3FB27F"/>
          </a:solidFill>
          <a:ln w="12700">
            <a:solidFill>
              <a:srgbClr val="3FB2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691640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 </a:t>
            </a:r>
            <a:pPr indent="0" marL="0">
              <a:buNone/>
            </a:pPr>
            <a:r>
              <a:rPr lang="en-US" sz="115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Reviewer's mandate forbids touching the deliverable, so its verdict stays separate from the work.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48640" y="2313432"/>
            <a:ext cx="73152" cy="384048"/>
          </a:xfrm>
          <a:prstGeom prst="rect">
            <a:avLst/>
          </a:prstGeom>
          <a:solidFill>
            <a:srgbClr val="3FB27F"/>
          </a:solidFill>
          <a:ln w="12700">
            <a:solidFill>
              <a:srgbClr val="3FB2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2258568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checks  </a:t>
            </a:r>
            <a:pPr indent="0" marL="0">
              <a:buNone/>
            </a:pPr>
            <a:r>
              <a:rPr lang="en-US" sz="115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every requirement it tries invalid input, retries, concurrency, boundaries and restarts.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880360"/>
            <a:ext cx="73152" cy="384048"/>
          </a:xfrm>
          <a:prstGeom prst="rect">
            <a:avLst/>
          </a:prstGeom>
          <a:solidFill>
            <a:srgbClr val="3FB27F"/>
          </a:solidFill>
          <a:ln w="12700">
            <a:solidFill>
              <a:srgbClr val="3FB2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825496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  </a:t>
            </a:r>
            <a:pPr indent="0" marL="0">
              <a:buNone/>
            </a:pPr>
            <a:r>
              <a:rPr lang="en-US" sz="115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failure names the requirement, expected vs actual, and the command that reproduces it.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3447288"/>
            <a:ext cx="73152" cy="384048"/>
          </a:xfrm>
          <a:prstGeom prst="rect">
            <a:avLst/>
          </a:prstGeom>
          <a:solidFill>
            <a:srgbClr val="3FB27F"/>
          </a:solidFill>
          <a:ln w="12700">
            <a:solidFill>
              <a:srgbClr val="3FB27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3392424"/>
            <a:ext cx="4023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Answered  </a:t>
            </a:r>
            <a:pPr indent="0" marL="0">
              <a:buNone/>
            </a:pPr>
            <a:r>
              <a:rPr lang="en-US" sz="115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 must answer every failure by number in a new commit, back through review.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983480" y="1691640"/>
            <a:ext cx="3611880" cy="2697480"/>
          </a:xfrm>
          <a:prstGeom prst="roundRect">
            <a:avLst>
              <a:gd name="adj" fmla="val 2712"/>
            </a:avLst>
          </a:prstGeom>
          <a:solidFill>
            <a:srgbClr val="1B2027"/>
          </a:solidFill>
          <a:ln w="19050">
            <a:solidFill>
              <a:srgbClr val="E553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66360" y="181051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5534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BAD RESULT IT CAUGHT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166360" y="214884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found 6 defects: </a:t>
            </a:r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dates (2026-02-30) and invalid time zones not returning 422, reset accepting invalid references, wrong error codes. Fixed in 33c49f8.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166360" y="3246120"/>
            <a:ext cx="3246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 verification caught: </a:t>
            </a:r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accepted 9f0dad3 while main was at 33c49f8. Planner refused to close; Reviewer re-ran 120/120 on 33c49f8, then ACCEPT.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Invictus Earth2 Keepers · WeAreDevelopers x BAND Dark Factory · tablekeeper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REHEARSAL ON THE PRACTICE TRACK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the real run, the factory proved its loop end to end.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1B2027"/>
          </a:solidFill>
          <a:ln w="9525">
            <a:solidFill>
              <a:srgbClr val="2C3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470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B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requirements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written by Planner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87752" y="173736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1B2027"/>
          </a:solidFill>
          <a:ln w="9525">
            <a:solidFill>
              <a:srgbClr val="2C3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87752" y="18470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B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79192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checks passed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claimed stage: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73736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1B2027"/>
          </a:solidFill>
          <a:ln w="9525">
            <a:solidFill>
              <a:srgbClr val="2C3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8470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B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18304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increments,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lost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65976" y="173736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1B2027"/>
          </a:solidFill>
          <a:ln w="9525">
            <a:solidFill>
              <a:srgbClr val="2C33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18470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3FB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 min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57416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to final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report, no human input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 went past the shipped suite: </a:t>
            </a:r>
            <a:pPr indent="0" marL="0">
              <a:buNone/>
            </a:pPr>
            <a:r>
              <a:rPr lang="en-US" sz="125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boundary values, 12 invalid inputs rejected, a second port, an empty-body 204, keep-alive. The implementation commit is credited to Builder, the ledger to Planner.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Invictus Earth2 Keepers · WeAreDevelopers x BAND Dark Factory · tablekeeper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TABLEKEEPER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far the factory got on the real track.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1B2027"/>
          </a:solidFill>
          <a:ln w="19050">
            <a:solidFill>
              <a:srgbClr val="F5B8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8470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reached,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claimed on official check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87752" y="173736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1B2027"/>
          </a:solidFill>
          <a:ln w="19050">
            <a:solidFill>
              <a:srgbClr val="F5B8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87752" y="18470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120/120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679192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official tests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passed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173736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1B2027"/>
          </a:solidFill>
          <a:ln w="19050">
            <a:solidFill>
              <a:srgbClr val="F5B8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26864" y="18470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170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718304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requirements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65976" y="1737360"/>
            <a:ext cx="1874520" cy="1554480"/>
          </a:xfrm>
          <a:prstGeom prst="roundRect">
            <a:avLst>
              <a:gd name="adj" fmla="val 4706"/>
            </a:avLst>
          </a:prstGeom>
          <a:solidFill>
            <a:srgbClr val="1B2027"/>
          </a:solidFill>
          <a:ln w="19050">
            <a:solidFill>
              <a:srgbClr val="F5B8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65976" y="1847088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 50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757416" y="256032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dispatch to ACCEPT,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human input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fix rounds after review </a:t>
            </a:r>
            <a:pPr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(9f0dad3, 33c49f8) before the final ACCEPT. Stages 2–4 not attempted: the model credit ran out after stage 1.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0233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Gate check on the submitted image: </a:t>
            </a:r>
            <a:pPr indent="0" marL="0">
              <a:buNone/>
            </a:pPr>
            <a:r>
              <a:rPr lang="en-US" sz="12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and started with 2 CPUs / 2 GB, answered /health with {"status": "ok"}.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4864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Invictus Earth2 Keepers · WeAreDevelopers x BAND Dark Factory · tablekeeper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AND STACK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whole factory on open-weights models and one Windows laptop.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 </a:t>
            </a:r>
            <a:pPr indent="0" marL="0">
              <a:buNone/>
            </a:pPr>
            <a:r>
              <a:rPr lang="en-US" sz="12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rooms, @mention routing, room log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  </a:t>
            </a:r>
            <a:pPr indent="0" marL="0">
              <a:buNone/>
            </a:pPr>
            <a:r>
              <a:rPr lang="en-US" sz="12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headless coding agent per seat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606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GLM-5.2 on Featherless  </a:t>
            </a:r>
            <a:pPr indent="0" marL="0">
              <a:buNone/>
            </a:pPr>
            <a:r>
              <a:rPr lang="en-US" sz="12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open model, OpenAI-compatible API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063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 SDK  </a:t>
            </a:r>
            <a:pPr indent="0" marL="0">
              <a:buNone/>
            </a:pPr>
            <a:r>
              <a:rPr lang="en-US" sz="12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OpencodeAdapter connects each seat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5204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Auto-restart  </a:t>
            </a:r>
            <a:pPr indent="0" marL="0">
              <a:buNone/>
            </a:pPr>
            <a:r>
              <a:rPr lang="en-US" sz="12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seat server restarts itself if it crashes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977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9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Per-seat git identity  </a:t>
            </a:r>
            <a:pPr indent="0" marL="0">
              <a:buNone/>
            </a:pPr>
            <a:r>
              <a:rPr lang="en-US" sz="12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commits credited to the seat that made them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394960" y="1691640"/>
            <a:ext cx="3200400" cy="2697480"/>
          </a:xfrm>
          <a:prstGeom prst="roundRect">
            <a:avLst>
              <a:gd name="adj" fmla="val 2712"/>
            </a:avLst>
          </a:prstGeom>
          <a:solidFill>
            <a:srgbClr val="1B2027"/>
          </a:solidFill>
          <a:ln w="19050">
            <a:solidFill>
              <a:srgbClr val="F5B8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577840" y="18105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577840" y="21488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$13.83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858000" y="21488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spend, stage 1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269748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488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58000" y="26974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billed requests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577840" y="32461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h 50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858000" y="32461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time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577840" y="384048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from the $25 hackathon credit. Practice run: under $1.60.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Invictus Earth2 Keepers · WeAreDevelopers x BAND Dark Factory · tablekeeper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GENERIC BY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it at a different problem by changing one message.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40480" cy="2697480"/>
          </a:xfrm>
          <a:prstGeom prst="roundRect">
            <a:avLst>
              <a:gd name="adj" fmla="val 2712"/>
            </a:avLst>
          </a:prstGeom>
          <a:solidFill>
            <a:srgbClr val="1B2027"/>
          </a:solidFill>
          <a:ln w="19050">
            <a:solidFill>
              <a:srgbClr val="3FB2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3FB2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MANDATES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2176272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owns what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work is handed off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evidence a handoff carries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to reject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"done" means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691640"/>
            <a:ext cx="3840480" cy="2697480"/>
          </a:xfrm>
          <a:prstGeom prst="roundRect">
            <a:avLst>
              <a:gd name="adj" fmla="val 2712"/>
            </a:avLst>
          </a:prstGeom>
          <a:solidFill>
            <a:srgbClr val="1B2027"/>
          </a:solidFill>
          <a:ln w="19050">
            <a:solidFill>
              <a:srgbClr val="F5B8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0" y="181051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 TASK MESSAGE ONLY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2176272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specification path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result repository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official check command</a:t>
            </a:r>
            <a:endParaRPr lang="en-US" sz="130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scratch folder for probes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mandates name no endpoints, fields or error codes. FACTORY.md stands the factory up from scratch.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Invictus Earth2 Keepers · WeAreDevelopers x BAND Dark Factory · tablekeeper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LEARNED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limits, and what we would change next.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9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is per seat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017520" y="16916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seat only sees what @mentions it, so handoffs must carry the full requirement text.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2350008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9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Verdicts must be messages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017520" y="2350008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early review was written in a workspace but not posted; the mandate now requires the verdict in the room.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008376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9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up after checks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017520" y="3008376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leftover container could block the next run; seats now remove what they start.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3666744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B9B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Rules need enforcement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017520" y="3666744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Planner's git identity is on 3 of 4 commits despite its mandate. Single-writer rules must be enforced by tool permissions, not words alone.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Next: </a:t>
            </a:r>
            <a:pPr indent="0" marL="0">
              <a:buNone/>
            </a:pPr>
            <a:r>
              <a:rPr lang="en-US" sz="1200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deny file edits to Planner and Reviewer in OpenCode, add a second model family for Reviewer, then stages 2–4.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Invictus Earth2 Keepers · WeAreDevelopers x BAND Dark Factory · tablekeeper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138160" y="47731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4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4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14400"/>
            <a:ext cx="384048" cy="384048"/>
          </a:xfrm>
          <a:prstGeom prst="ellipse">
            <a:avLst/>
          </a:prstGeom>
          <a:solidFill>
            <a:srgbClr val="F5B83D"/>
          </a:solidFill>
          <a:ln w="12700">
            <a:solidFill>
              <a:srgbClr val="F5B83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24128" y="914400"/>
            <a:ext cx="384048" cy="384048"/>
          </a:xfrm>
          <a:prstGeom prst="ellipse">
            <a:avLst/>
          </a:prstGeom>
          <a:solidFill>
            <a:srgbClr val="5B9BF0"/>
          </a:solidFill>
          <a:ln w="12700">
            <a:solidFill>
              <a:srgbClr val="5B9B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24128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499616" y="914400"/>
            <a:ext cx="384048" cy="384048"/>
          </a:xfrm>
          <a:prstGeom prst="ellipse">
            <a:avLst/>
          </a:prstGeom>
          <a:solidFill>
            <a:srgbClr val="3FB27F"/>
          </a:solidFill>
          <a:ln w="12700">
            <a:solidFill>
              <a:srgbClr val="3FB2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99616" y="914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keys. One verdict.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2F4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human in the loop.</a:t>
            </a:r>
            <a:endParaRPr lang="en-US" sz="3600" dirty="0"/>
          </a:p>
        </p:txBody>
      </p:sp>
      <p:sp>
        <p:nvSpPr>
          <p:cNvPr id="9" name="Text 7">
            <a:hlinkClick r:id="rId1" tooltip=""/>
          </p:cNvPr>
          <p:cNvSpPr/>
          <p:nvPr/>
        </p:nvSpPr>
        <p:spPr>
          <a:xfrm>
            <a:off x="548640" y="32461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u="sng" dirty="0">
                <a:solidFill>
                  <a:srgbClr val="5B9BF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github.com/DataGuy-Eterniti/invictus-earth2-keepers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37490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B8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Invictus Earth2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48640" y="43434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Repository includes FACTORY.md, mandates/, room.json and one folder per stage.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Invictus Earth2 Keepers — a dark factory on open models</dc:title>
  <dc:subject>PptxGenJS Presentation</dc:subject>
  <dc:creator>PptxGenJS</dc:creator>
  <cp:lastModifiedBy>PptxGenJS</cp:lastModifiedBy>
  <cp:revision>1</cp:revision>
  <dcterms:created xsi:type="dcterms:W3CDTF">2026-10-05T15:35:42Z</dcterms:created>
  <dcterms:modified xsi:type="dcterms:W3CDTF">2026-10-05T15:35:42Z</dcterms:modified>
</cp:coreProperties>
</file>